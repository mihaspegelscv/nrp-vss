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5523C-A1AC-BD9E-0653-43001828D067}" v="42" dt="2026-03-31T09:56:18.252"/>
    <p1510:client id="{E604BB1E-7D0B-5838-D483-3EE7923AFC2A}" v="416" dt="2026-03-31T09:50:07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Uredite slog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Uredite slog podnaslova matrice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2981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vsebin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4270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Uredite slog naslova matrice</a:t>
            </a:r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7338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vsebin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8064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Označba mesta vsebin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6" name="Označba mesta vsebin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8" name="Označba mesta no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8027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4" name="Označba mesta no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035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3" name="Označba mesta no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4408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Uredite slog naslova matrice</a:t>
            </a:r>
          </a:p>
        </p:txBody>
      </p:sp>
      <p:sp>
        <p:nvSpPr>
          <p:cNvPr id="3" name="Označba mesta vsebin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Označba mesta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8078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Uredite slog naslova matrice</a:t>
            </a:r>
          </a:p>
        </p:txBody>
      </p:sp>
      <p:sp>
        <p:nvSpPr>
          <p:cNvPr id="3" name="Označba mesta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Označba mesta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7016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navpičnega besedil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6789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navpičnega besedil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2135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Uredite slog naslova matrice</a:t>
            </a:r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88696-C82B-4650-8388-C6FD9C38F4C5}" type="datetimeFigureOut">
              <a:rPr lang="sl-SI" smtClean="0"/>
              <a:t>29. 06. 2026</a:t>
            </a:fld>
            <a:endParaRPr lang="sl-SI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72078-DD5A-4DDE-965F-4B2D7EC272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5777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sl-SI" sz="6600" b="1"/>
              <a:t>Shieldy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sl-SI"/>
              <a:t>Miha Špegel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3D6897E-88F9-E9A7-626D-C72509203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739" y="1011936"/>
            <a:ext cx="2226575" cy="431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52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7508823-1E25-C1FA-6459-C22484FE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63EFDE34-5045-8FB5-4B35-893C9951DC4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Uporabniki ne prepoznajo phising napadov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Velika finančna tveganja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Rastoča nevarnost</a:t>
            </a:r>
          </a:p>
        </p:txBody>
      </p:sp>
      <p:pic>
        <p:nvPicPr>
          <p:cNvPr id="8" name="Označba mesta vsebine 7">
            <a:extLst>
              <a:ext uri="{FF2B5EF4-FFF2-40B4-BE49-F238E27FC236}">
                <a16:creationId xmlns:a16="http://schemas.microsoft.com/office/drawing/2014/main" id="{F8A71E65-7770-E00F-FB60-99E5D5BA9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879" y="1179449"/>
            <a:ext cx="2247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1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B93F074-1490-B702-250A-B00AC92F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Rešitev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ABA8BC4F-14F8-C097-4C92-56DB147C0B44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Analiza linkov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Jasna opozorila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Učenje uporabnikov</a:t>
            </a:r>
          </a:p>
        </p:txBody>
      </p:sp>
      <p:pic>
        <p:nvPicPr>
          <p:cNvPr id="8" name="Označba mesta vsebine 7">
            <a:extLst>
              <a:ext uri="{FF2B5EF4-FFF2-40B4-BE49-F238E27FC236}">
                <a16:creationId xmlns:a16="http://schemas.microsoft.com/office/drawing/2014/main" id="{EC990AB6-73A0-6341-7ECD-2D8FFAE82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921" y="1063625"/>
            <a:ext cx="22603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8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5F02F9A-C11E-4BCD-65D0-0DB59FEA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sl-SI" sz="5400"/>
              <a:t>Aplikacija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C2E3F4E-FB16-008F-5082-7853CE87F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sl-SI" sz="2200"/>
              <a:t>Dashboard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sl-SI" sz="2200"/>
              <a:t>Scenerianje linkov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sl-SI" sz="2200"/>
              <a:t>Učenje 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D168C46C-6335-1BAB-35E4-5FB9314B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143" y="384048"/>
            <a:ext cx="3006984" cy="575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4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3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F7FFA66-0471-D0F5-280C-6998646E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Preverjanje linkov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B86092F-EB0B-FA4A-84BB-0168A5BB1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631161"/>
            <a:ext cx="6692827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Uporabnik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vnese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link in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dobi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rezultat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FD58B3A2-6B8F-C563-CE8B-9164C8D1B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23" y="801232"/>
            <a:ext cx="2417749" cy="461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0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9B3A622-14A1-AC0B-D3AD-1585E223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Izobraževanje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2432498-D13E-7065-9EF6-CC5A98472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631161"/>
            <a:ext cx="6692827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Uporabnik dobi dnevne nasvete za varnost</a:t>
            </a:r>
          </a:p>
        </p:txBody>
      </p:sp>
      <p:sp>
        <p:nvSpPr>
          <p:cNvPr id="5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F9EAB3C1-26C3-E76B-9A78-D8FF858AD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41" y="514720"/>
            <a:ext cx="2558442" cy="490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0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6BCF43C-7B43-E598-F4E2-09CCD3CA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Trg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14DD7EE-ACAD-BB2F-A698-A2BECAE7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kern="1200">
                <a:latin typeface="+mn-lt"/>
                <a:ea typeface="+mn-ea"/>
                <a:cs typeface="+mn-cs"/>
              </a:rPr>
              <a:t>Spletni trg za varnost vedno več raste</a:t>
            </a:r>
          </a:p>
        </p:txBody>
      </p:sp>
      <p:pic>
        <p:nvPicPr>
          <p:cNvPr id="4" name="Slika 3" descr="Cyber security market set to reach $500 billion by 2030 – G6S Security">
            <a:extLst>
              <a:ext uri="{FF2B5EF4-FFF2-40B4-BE49-F238E27FC236}">
                <a16:creationId xmlns:a16="http://schemas.microsoft.com/office/drawing/2014/main" id="{4D9FCF77-DCEE-ADA3-F80E-C3507F12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6" y="2014770"/>
            <a:ext cx="5434953" cy="282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02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D72861B-0D13-2CBD-A620-19D31B8D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sl-SI" sz="5400"/>
              <a:t>Poslovni model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F2E731E-7CAD-725B-2E9E-13887A49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l-SI" sz="2200"/>
              <a:t>Premium Naročnina</a:t>
            </a:r>
          </a:p>
          <a:p>
            <a:r>
              <a:rPr lang="sl-SI" sz="2200"/>
              <a:t>Družinski plan</a:t>
            </a:r>
          </a:p>
          <a:p>
            <a:r>
              <a:rPr lang="sl-SI" sz="2200"/>
              <a:t>Oglasi</a:t>
            </a:r>
          </a:p>
          <a:p>
            <a:endParaRPr lang="sl-SI" sz="2200"/>
          </a:p>
        </p:txBody>
      </p:sp>
      <p:pic>
        <p:nvPicPr>
          <p:cNvPr id="4" name="Slika 3" descr="Slika, ki vsebuje besede besedilo, posnetek zaslona, logotip, pisava&#10;&#10;Vsebina, ustvarjena z UI, morda ni pravilna.">
            <a:extLst>
              <a:ext uri="{FF2B5EF4-FFF2-40B4-BE49-F238E27FC236}">
                <a16:creationId xmlns:a16="http://schemas.microsoft.com/office/drawing/2014/main" id="{46B3F87B-8898-E071-9D79-EDA2CC52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996021"/>
            <a:ext cx="5458968" cy="286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04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A14CBD4-C602-B085-8DD5-4F1C773D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/>
              <a:t>Hvala za vašo pozornost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značba mesta vsebine 3">
            <a:extLst>
              <a:ext uri="{FF2B5EF4-FFF2-40B4-BE49-F238E27FC236}">
                <a16:creationId xmlns:a16="http://schemas.microsoft.com/office/drawing/2014/main" id="{C32FD996-CEBD-E2A7-45FA-2EB98CF5E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0365" y="1546901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9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</Words>
  <Application>Microsoft Office PowerPoint</Application>
  <PresentationFormat>Širokozaslonsko</PresentationFormat>
  <Paragraphs>25</Paragraphs>
  <Slides>9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Officeova tema</vt:lpstr>
      <vt:lpstr>Shieldy</vt:lpstr>
      <vt:lpstr>Problem</vt:lpstr>
      <vt:lpstr>Rešitev</vt:lpstr>
      <vt:lpstr>Aplikacija</vt:lpstr>
      <vt:lpstr>Preverjanje linkov</vt:lpstr>
      <vt:lpstr>Izobraževanje</vt:lpstr>
      <vt:lpstr>Trg</vt:lpstr>
      <vt:lpstr>Poslovni model</vt:lpstr>
      <vt:lpstr>Hvala za vašo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miha spegel</cp:lastModifiedBy>
  <cp:revision>135</cp:revision>
  <dcterms:created xsi:type="dcterms:W3CDTF">2026-03-31T09:24:47Z</dcterms:created>
  <dcterms:modified xsi:type="dcterms:W3CDTF">2026-06-29T09:40:06Z</dcterms:modified>
</cp:coreProperties>
</file>