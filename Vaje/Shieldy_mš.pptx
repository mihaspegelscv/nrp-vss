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85523C-A1AC-BD9E-0653-43001828D067}" v="42" dt="2026-03-31T09:56:18.252"/>
    <p1510:client id="{E604BB1E-7D0B-5838-D483-3EE7923AFC2A}" v="416" dt="2026-03-31T09:50:07.2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Uredite slog podnaslova matrice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029814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vsebin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4270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873381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vsebin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380649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4" name="Označba mesta vsebin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6" name="Označba mesta vsebin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8" name="Označba mesta no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80276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datum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4" name="Označba mesta no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70350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3" name="Označba mesta no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444084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Označba mesta vsebin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5" name="Označba mesta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080789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Uredite slog naslova matrice</a:t>
            </a:r>
          </a:p>
        </p:txBody>
      </p:sp>
      <p:sp>
        <p:nvSpPr>
          <p:cNvPr id="3" name="Označba mesta slik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Uredite sloge besedila matrice</a:t>
            </a:r>
          </a:p>
        </p:txBody>
      </p:sp>
      <p:sp>
        <p:nvSpPr>
          <p:cNvPr id="5" name="Označba mesta datum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970163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navpičnega besedila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6789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navpičnega besedila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821355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Uredite slog naslova matrice</a:t>
            </a:r>
          </a:p>
        </p:txBody>
      </p:sp>
      <p:sp>
        <p:nvSpPr>
          <p:cNvPr id="3" name="Označba mesta besedila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Uredite sloge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388696-C82B-4650-8388-C6FD9C38F4C5}" type="datetimeFigureOut">
              <a:rPr lang="sl-SI" smtClean="0"/>
              <a:t>31. 03. 2026</a:t>
            </a:fld>
            <a:endParaRPr lang="sl-SI"/>
          </a:p>
        </p:txBody>
      </p:sp>
      <p:sp>
        <p:nvSpPr>
          <p:cNvPr id="5" name="Označba mesta no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672078-DD5A-4DDE-965F-4B2D7EC2729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57773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/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sl-SI" sz="6600" b="1"/>
              <a:t>Shieldy</a:t>
            </a:r>
          </a:p>
        </p:txBody>
      </p:sp>
      <p:sp>
        <p:nvSpPr>
          <p:cNvPr id="3" name="Podnaslov 2"/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sl-SI"/>
              <a:t>Miha Špegel</a:t>
            </a:r>
          </a:p>
        </p:txBody>
      </p:sp>
      <p:sp>
        <p:nvSpPr>
          <p:cNvPr id="3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Slika 3" descr="Slika, ki vsebuje besede besedilo, posnetek zaslona, programska oprema, spletna stran&#10;&#10;Vsebina, ustvarjena z UI, morda ni pravilna.">
            <a:extLst>
              <a:ext uri="{FF2B5EF4-FFF2-40B4-BE49-F238E27FC236}">
                <a16:creationId xmlns:a16="http://schemas.microsoft.com/office/drawing/2014/main" id="{BB33391D-6B15-ED1B-D890-323659489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3243" y="320040"/>
            <a:ext cx="1943970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452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7508823-1E25-C1FA-6459-C22484FEC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</a:t>
            </a:r>
          </a:p>
        </p:txBody>
      </p:sp>
      <p:sp>
        <p:nvSpPr>
          <p:cNvPr id="27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oljeZBesedilom 4">
            <a:extLst>
              <a:ext uri="{FF2B5EF4-FFF2-40B4-BE49-F238E27FC236}">
                <a16:creationId xmlns:a16="http://schemas.microsoft.com/office/drawing/2014/main" id="{63EFDE34-5045-8FB5-4B35-893C9951DC41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Uporabniki ne prepoznajo phising napadov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Velika finančna tveganja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Rastoča nevarnost</a:t>
            </a:r>
          </a:p>
        </p:txBody>
      </p:sp>
      <p:pic>
        <p:nvPicPr>
          <p:cNvPr id="4" name="Označba mesta vsebine 3" descr="Slika, ki vsebuje besede besedilo, posnetek zaslona, pisava, oblikovanje&#10;&#10;Vsebina, ustvarjena z UI, morda ni pravilna.">
            <a:extLst>
              <a:ext uri="{FF2B5EF4-FFF2-40B4-BE49-F238E27FC236}">
                <a16:creationId xmlns:a16="http://schemas.microsoft.com/office/drawing/2014/main" id="{EEC54838-17C0-052B-12F3-9B53F78D9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50760" y="640080"/>
            <a:ext cx="1310792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514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B93F074-1490-B702-250A-B00AC92FB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Rešitev</a:t>
            </a: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oljeZBesedilom 5">
            <a:extLst>
              <a:ext uri="{FF2B5EF4-FFF2-40B4-BE49-F238E27FC236}">
                <a16:creationId xmlns:a16="http://schemas.microsoft.com/office/drawing/2014/main" id="{ABA8BC4F-14F8-C097-4C92-56DB147C0B44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Analiza linkov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Jasna opozorila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Učenje uporabnikov</a:t>
            </a:r>
          </a:p>
        </p:txBody>
      </p:sp>
      <p:pic>
        <p:nvPicPr>
          <p:cNvPr id="4" name="Označba mesta vsebine 3" descr="Slika, ki vsebuje besede besedilo, elektronika, posnetek zaslona, pisava&#10;&#10;Vsebina, ustvarjena z UI, morda ni pravilna.">
            <a:extLst>
              <a:ext uri="{FF2B5EF4-FFF2-40B4-BE49-F238E27FC236}">
                <a16:creationId xmlns:a16="http://schemas.microsoft.com/office/drawing/2014/main" id="{39AF857F-8497-FCC7-DA75-4A5A890295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22133" y="640080"/>
            <a:ext cx="1812798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81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5F02F9A-C11E-4BCD-65D0-0DB59FEAA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l-SI" sz="5400"/>
              <a:t>Aplikacija</a:t>
            </a:r>
          </a:p>
        </p:txBody>
      </p:sp>
      <p:sp>
        <p:nvSpPr>
          <p:cNvPr id="3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C2E3F4E-FB16-008F-5082-7853CE87F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sl-SI" sz="2200"/>
              <a:t>Dashboard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sl-SI" sz="2200"/>
              <a:t>Scenerianje linkov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sl-SI" sz="2200"/>
              <a:t>Učenje </a:t>
            </a:r>
          </a:p>
        </p:txBody>
      </p:sp>
      <p:pic>
        <p:nvPicPr>
          <p:cNvPr id="4" name="Slika 3" descr="Slika, ki vsebuje besede besedilo, elektronika, posnetek zaslona, programska oprema&#10;&#10;Vsebina, ustvarjena z UI, morda ni pravilna.">
            <a:extLst>
              <a:ext uri="{FF2B5EF4-FFF2-40B4-BE49-F238E27FC236}">
                <a16:creationId xmlns:a16="http://schemas.microsoft.com/office/drawing/2014/main" id="{CAC5F567-5B72-43B0-A80F-0598C6F6C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856" y="640080"/>
            <a:ext cx="1673352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498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3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F7FFA66-0471-D0F5-280C-6998646E0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0040"/>
            <a:ext cx="6692827" cy="38926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Preverjanje linkov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DB86092F-EB0B-FA4A-84BB-0168A5BB1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Uporabnik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vnese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link in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dobi</a:t>
            </a:r>
            <a:r>
              <a: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rezultat</a:t>
            </a:r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Slika 3" descr="Slika, ki vsebuje besede besedilo, elektronika, posnetek zaslona, pisava&#10;&#10;Vsebina, ustvarjena z UI, morda ni pravilna.">
            <a:extLst>
              <a:ext uri="{FF2B5EF4-FFF2-40B4-BE49-F238E27FC236}">
                <a16:creationId xmlns:a16="http://schemas.microsoft.com/office/drawing/2014/main" id="{5839005B-0246-E477-38D4-025F2C133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3243" y="320040"/>
            <a:ext cx="1943970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05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19B3A622-14A1-AC0B-D3AD-1585E223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0040"/>
            <a:ext cx="6692827" cy="38926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Izobraževanje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82432498-D13E-7065-9EF6-CC5A98472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4631161"/>
            <a:ext cx="6692827" cy="15694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Uporabnik dobi dnevne nasvete za varnost</a:t>
            </a:r>
          </a:p>
        </p:txBody>
      </p:sp>
      <p:sp>
        <p:nvSpPr>
          <p:cNvPr id="5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Slika 3" descr="Slika, ki vsebuje besede besedilo, elektronika, posnetek zaslona, programska oprema&#10;&#10;Vsebina, ustvarjena z UI, morda ni pravilna.">
            <a:extLst>
              <a:ext uri="{FF2B5EF4-FFF2-40B4-BE49-F238E27FC236}">
                <a16:creationId xmlns:a16="http://schemas.microsoft.com/office/drawing/2014/main" id="{4A71E1F4-62B7-7612-1E69-BE95415CB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8011" y="320040"/>
            <a:ext cx="1794434" cy="598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02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5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76BCF43C-7B43-E598-F4E2-09CCD3CAC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latin typeface="+mj-lt"/>
                <a:ea typeface="+mj-ea"/>
                <a:cs typeface="+mj-cs"/>
              </a:rPr>
              <a:t>Trg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E14DD7EE-ACAD-BB2F-A698-A2BECAE75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kern="1200">
                <a:latin typeface="+mn-lt"/>
                <a:ea typeface="+mn-ea"/>
                <a:cs typeface="+mn-cs"/>
              </a:rPr>
              <a:t>Spletni trg za varnost vedno več raste</a:t>
            </a:r>
          </a:p>
        </p:txBody>
      </p:sp>
      <p:pic>
        <p:nvPicPr>
          <p:cNvPr id="8" name="Slika 7" descr="Slika, ki vsebuje besede besedilo, posnetek zaslona, pisava, vrstica&#10;&#10;Vsebina, ustvarjena z UI, morda ni pravilna.">
            <a:extLst>
              <a:ext uri="{FF2B5EF4-FFF2-40B4-BE49-F238E27FC236}">
                <a16:creationId xmlns:a16="http://schemas.microsoft.com/office/drawing/2014/main" id="{6DE0034D-A610-4033-95E4-8BE91C17C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733847"/>
            <a:ext cx="5458968" cy="3390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5022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D72861B-0D13-2CBD-A620-19D31B8DD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l-SI" sz="5400"/>
              <a:t>Poslovni model</a:t>
            </a:r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0F2E731E-7CAD-725B-2E9E-13887A49C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sl-SI" sz="2200"/>
              <a:t>Premium Naročnina</a:t>
            </a:r>
          </a:p>
          <a:p>
            <a:r>
              <a:rPr lang="sl-SI" sz="2200"/>
              <a:t>Družinski plan</a:t>
            </a:r>
          </a:p>
          <a:p>
            <a:r>
              <a:rPr lang="sl-SI" sz="2200"/>
              <a:t>Oglasi</a:t>
            </a:r>
          </a:p>
          <a:p>
            <a:endParaRPr lang="sl-SI" sz="2200"/>
          </a:p>
        </p:txBody>
      </p:sp>
      <p:pic>
        <p:nvPicPr>
          <p:cNvPr id="4" name="Slika 3" descr="Slika, ki vsebuje besede besedilo, posnetek zaslona, logotip, pisava&#10;&#10;Vsebina, ustvarjena z UI, morda ni pravilna.">
            <a:extLst>
              <a:ext uri="{FF2B5EF4-FFF2-40B4-BE49-F238E27FC236}">
                <a16:creationId xmlns:a16="http://schemas.microsoft.com/office/drawing/2014/main" id="{46B3F87B-8898-E071-9D79-EDA2CC52F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996021"/>
            <a:ext cx="5458968" cy="286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04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7A14CBD4-C602-B085-8DD5-4F1C773D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5400"/>
              <a:t>Hvala za vašo pozornost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značba mesta vsebine 3">
            <a:extLst>
              <a:ext uri="{FF2B5EF4-FFF2-40B4-BE49-F238E27FC236}">
                <a16:creationId xmlns:a16="http://schemas.microsoft.com/office/drawing/2014/main" id="{C32FD996-CEBD-E2A7-45FA-2EB98CF5EC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00365" y="1546901"/>
            <a:ext cx="6096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890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isarna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Širokozaslonsko</PresentationFormat>
  <Paragraphs>0</Paragraphs>
  <Slides>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Naslovi diapozitivov</vt:lpstr>
      </vt:variant>
      <vt:variant>
        <vt:i4>9</vt:i4>
      </vt:variant>
    </vt:vector>
  </HeadingPairs>
  <TitlesOfParts>
    <vt:vector size="10" baseType="lpstr">
      <vt:lpstr>Officeova tema</vt:lpstr>
      <vt:lpstr>Shieldy</vt:lpstr>
      <vt:lpstr>Problem</vt:lpstr>
      <vt:lpstr>Rešitev</vt:lpstr>
      <vt:lpstr>Aplikacija</vt:lpstr>
      <vt:lpstr>Preverjanje linkov</vt:lpstr>
      <vt:lpstr>Izobraževanje</vt:lpstr>
      <vt:lpstr>Trg</vt:lpstr>
      <vt:lpstr>Poslovni model</vt:lpstr>
      <vt:lpstr>Hvala za vašo pozornost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132</cp:revision>
  <dcterms:created xsi:type="dcterms:W3CDTF">2026-03-31T09:24:47Z</dcterms:created>
  <dcterms:modified xsi:type="dcterms:W3CDTF">2026-03-31T09:56:48Z</dcterms:modified>
</cp:coreProperties>
</file>