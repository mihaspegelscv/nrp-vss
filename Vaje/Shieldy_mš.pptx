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sl-S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85523C-A1AC-BD9E-0653-43001828D067}" v="42" dt="2026-03-31T09:56:18.252"/>
    <p1510:client id="{E604BB1E-7D0B-5838-D483-3EE7923AFC2A}" v="416" dt="2026-03-31T09:50:07.2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59" autoAdjust="0"/>
    <p:restoredTop sz="94660"/>
  </p:normalViewPr>
  <p:slideViewPr>
    <p:cSldViewPr snapToGrid="0">
      <p:cViewPr varScale="1">
        <p:scale>
          <a:sx n="157" d="100"/>
          <a:sy n="157" d="100"/>
        </p:scale>
        <p:origin x="162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diapoziti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l-SI"/>
              <a:t>Uredite slog naslova matrice</a:t>
            </a:r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l-SI"/>
              <a:t>Uredite slog podnaslova matrice</a:t>
            </a:r>
          </a:p>
        </p:txBody>
      </p:sp>
      <p:sp>
        <p:nvSpPr>
          <p:cNvPr id="4" name="Označba mesta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28. 06. 2026</a:t>
            </a:fld>
            <a:endParaRPr lang="sl-SI"/>
          </a:p>
        </p:txBody>
      </p:sp>
      <p:sp>
        <p:nvSpPr>
          <p:cNvPr id="5" name="Označba mesta no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029814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n vseb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Uredite slog naslova matrice</a:t>
            </a:r>
          </a:p>
        </p:txBody>
      </p:sp>
      <p:sp>
        <p:nvSpPr>
          <p:cNvPr id="3" name="Označba mesta vsebin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28. 06. 2026</a:t>
            </a:fld>
            <a:endParaRPr lang="sl-SI"/>
          </a:p>
        </p:txBody>
      </p:sp>
      <p:sp>
        <p:nvSpPr>
          <p:cNvPr id="5" name="Označba mesta no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44270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Glava odse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l-SI"/>
              <a:t>Uredite slog naslova matrice</a:t>
            </a:r>
          </a:p>
        </p:txBody>
      </p:sp>
      <p:sp>
        <p:nvSpPr>
          <p:cNvPr id="3" name="Označba mesta besedila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l-SI"/>
              <a:t>Uredite sloge besedila matrice</a:t>
            </a:r>
          </a:p>
        </p:txBody>
      </p:sp>
      <p:sp>
        <p:nvSpPr>
          <p:cNvPr id="4" name="Označba mesta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28. 06. 2026</a:t>
            </a:fld>
            <a:endParaRPr lang="sl-SI"/>
          </a:p>
        </p:txBody>
      </p:sp>
      <p:sp>
        <p:nvSpPr>
          <p:cNvPr id="5" name="Označba mesta no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873381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e vsebin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Uredite slog naslova matrice</a:t>
            </a:r>
          </a:p>
        </p:txBody>
      </p:sp>
      <p:sp>
        <p:nvSpPr>
          <p:cNvPr id="3" name="Označba mesta vsebin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vsebin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28. 06. 2026</a:t>
            </a:fld>
            <a:endParaRPr lang="sl-SI"/>
          </a:p>
        </p:txBody>
      </p:sp>
      <p:sp>
        <p:nvSpPr>
          <p:cNvPr id="6" name="Označba mesta no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380649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rimerja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l-SI"/>
              <a:t>Uredite slog naslova matrice</a:t>
            </a:r>
          </a:p>
        </p:txBody>
      </p:sp>
      <p:sp>
        <p:nvSpPr>
          <p:cNvPr id="3" name="Označba mesta besedila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l-SI"/>
              <a:t>Uredite sloge besedila matrice</a:t>
            </a:r>
          </a:p>
        </p:txBody>
      </p:sp>
      <p:sp>
        <p:nvSpPr>
          <p:cNvPr id="4" name="Označba mesta vsebin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besedila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l-SI"/>
              <a:t>Uredite sloge besedila matrice</a:t>
            </a:r>
          </a:p>
        </p:txBody>
      </p:sp>
      <p:sp>
        <p:nvSpPr>
          <p:cNvPr id="6" name="Označba mesta vsebin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7" name="Označba mesta datum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28. 06. 2026</a:t>
            </a:fld>
            <a:endParaRPr lang="sl-SI"/>
          </a:p>
        </p:txBody>
      </p:sp>
      <p:sp>
        <p:nvSpPr>
          <p:cNvPr id="8" name="Označba mesta no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9" name="Označba mesta številke diapoz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780276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Uredite slog naslova matrice</a:t>
            </a:r>
          </a:p>
        </p:txBody>
      </p:sp>
      <p:sp>
        <p:nvSpPr>
          <p:cNvPr id="3" name="Označba mesta datum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28. 06. 2026</a:t>
            </a:fld>
            <a:endParaRPr lang="sl-SI"/>
          </a:p>
        </p:txBody>
      </p:sp>
      <p:sp>
        <p:nvSpPr>
          <p:cNvPr id="4" name="Označba mesta no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5" name="Označba mesta številke diapoz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70350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datum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28. 06. 2026</a:t>
            </a:fld>
            <a:endParaRPr lang="sl-SI"/>
          </a:p>
        </p:txBody>
      </p:sp>
      <p:sp>
        <p:nvSpPr>
          <p:cNvPr id="3" name="Označba mesta no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444084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Naslov in vseb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Uredite slog naslova matrice</a:t>
            </a:r>
          </a:p>
        </p:txBody>
      </p:sp>
      <p:sp>
        <p:nvSpPr>
          <p:cNvPr id="3" name="Označba mesta vsebin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besedil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l-SI"/>
              <a:t>Uredite sloge besedila matrice</a:t>
            </a:r>
          </a:p>
        </p:txBody>
      </p:sp>
      <p:sp>
        <p:nvSpPr>
          <p:cNvPr id="5" name="Označba mesta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28. 06. 2026</a:t>
            </a:fld>
            <a:endParaRPr lang="sl-SI"/>
          </a:p>
        </p:txBody>
      </p:sp>
      <p:sp>
        <p:nvSpPr>
          <p:cNvPr id="6" name="Označba mesta no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080789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Naslov in sli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Uredite slog naslova matrice</a:t>
            </a:r>
          </a:p>
        </p:txBody>
      </p:sp>
      <p:sp>
        <p:nvSpPr>
          <p:cNvPr id="3" name="Označba mesta slik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l-SI"/>
          </a:p>
        </p:txBody>
      </p:sp>
      <p:sp>
        <p:nvSpPr>
          <p:cNvPr id="4" name="Označba mesta besedil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l-SI"/>
              <a:t>Uredite sloge besedila matrice</a:t>
            </a:r>
          </a:p>
        </p:txBody>
      </p:sp>
      <p:sp>
        <p:nvSpPr>
          <p:cNvPr id="5" name="Označba mesta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28. 06. 2026</a:t>
            </a:fld>
            <a:endParaRPr lang="sl-SI"/>
          </a:p>
        </p:txBody>
      </p:sp>
      <p:sp>
        <p:nvSpPr>
          <p:cNvPr id="6" name="Označba mesta no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9701632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n navpično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Uredite slog naslova matrice</a:t>
            </a:r>
          </a:p>
        </p:txBody>
      </p:sp>
      <p:sp>
        <p:nvSpPr>
          <p:cNvPr id="3" name="Označba mesta navpičnega besedila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28. 06. 2026</a:t>
            </a:fld>
            <a:endParaRPr lang="sl-SI"/>
          </a:p>
        </p:txBody>
      </p:sp>
      <p:sp>
        <p:nvSpPr>
          <p:cNvPr id="5" name="Označba mesta no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467893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Navpični naslov in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pični naslov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l-SI"/>
              <a:t>Uredite slog naslova matrice</a:t>
            </a:r>
          </a:p>
        </p:txBody>
      </p:sp>
      <p:sp>
        <p:nvSpPr>
          <p:cNvPr id="3" name="Označba mesta navpičnega besedila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28. 06. 2026</a:t>
            </a:fld>
            <a:endParaRPr lang="sl-SI"/>
          </a:p>
        </p:txBody>
      </p:sp>
      <p:sp>
        <p:nvSpPr>
          <p:cNvPr id="5" name="Označba mesta no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821355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naslova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l-SI"/>
              <a:t>Uredite slog naslova matrice</a:t>
            </a:r>
          </a:p>
        </p:txBody>
      </p:sp>
      <p:sp>
        <p:nvSpPr>
          <p:cNvPr id="3" name="Označba mesta besedila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388696-C82B-4650-8388-C6FD9C38F4C5}" type="datetimeFigureOut">
              <a:rPr lang="sl-SI" smtClean="0"/>
              <a:t>28. 06. 2026</a:t>
            </a:fld>
            <a:endParaRPr lang="sl-SI"/>
          </a:p>
        </p:txBody>
      </p:sp>
      <p:sp>
        <p:nvSpPr>
          <p:cNvPr id="5" name="Označba mesta no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l-SI"/>
          </a:p>
        </p:txBody>
      </p:sp>
      <p:sp>
        <p:nvSpPr>
          <p:cNvPr id="6" name="Označba mesta številke diapoz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457773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l-S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640080" y="320040"/>
            <a:ext cx="6692827" cy="3892669"/>
          </a:xfrm>
        </p:spPr>
        <p:txBody>
          <a:bodyPr>
            <a:normAutofit/>
          </a:bodyPr>
          <a:lstStyle/>
          <a:p>
            <a:pPr algn="l"/>
            <a:r>
              <a:rPr lang="sl-SI" sz="6600" b="1"/>
              <a:t>Shieldy</a:t>
            </a:r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640080" y="4631161"/>
            <a:ext cx="6692827" cy="1569486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sl-SI"/>
              <a:t>Miha Špegel</a:t>
            </a:r>
          </a:p>
        </p:txBody>
      </p:sp>
      <p:sp>
        <p:nvSpPr>
          <p:cNvPr id="36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33D6897E-88F9-E9A7-626D-C725092035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739" y="1011936"/>
            <a:ext cx="2226575" cy="431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452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07508823-1E25-C1FA-6459-C22484FEC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Problem</a:t>
            </a:r>
          </a:p>
        </p:txBody>
      </p:sp>
      <p:sp>
        <p:nvSpPr>
          <p:cNvPr id="27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oljeZBesedilom 4">
            <a:extLst>
              <a:ext uri="{FF2B5EF4-FFF2-40B4-BE49-F238E27FC236}">
                <a16:creationId xmlns:a16="http://schemas.microsoft.com/office/drawing/2014/main" id="{63EFDE34-5045-8FB5-4B35-893C9951DC41}"/>
              </a:ext>
            </a:extLst>
          </p:cNvPr>
          <p:cNvSpPr txBox="1"/>
          <p:nvPr/>
        </p:nvSpPr>
        <p:spPr>
          <a:xfrm>
            <a:off x="630936" y="2807208"/>
            <a:ext cx="3429000" cy="3410712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Uporabniki ne prepoznajo phising napadov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Velika finančna tveganja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Rastoča nevarnost</a:t>
            </a:r>
          </a:p>
        </p:txBody>
      </p:sp>
      <p:pic>
        <p:nvPicPr>
          <p:cNvPr id="8" name="Označba mesta vsebine 7">
            <a:extLst>
              <a:ext uri="{FF2B5EF4-FFF2-40B4-BE49-F238E27FC236}">
                <a16:creationId xmlns:a16="http://schemas.microsoft.com/office/drawing/2014/main" id="{F8A71E65-7770-E00F-FB60-99E5D5BA98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879" y="1179449"/>
            <a:ext cx="224756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514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4B93F074-1490-B702-250A-B00AC92FB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Rešitev</a:t>
            </a: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oljeZBesedilom 5">
            <a:extLst>
              <a:ext uri="{FF2B5EF4-FFF2-40B4-BE49-F238E27FC236}">
                <a16:creationId xmlns:a16="http://schemas.microsoft.com/office/drawing/2014/main" id="{ABA8BC4F-14F8-C097-4C92-56DB147C0B44}"/>
              </a:ext>
            </a:extLst>
          </p:cNvPr>
          <p:cNvSpPr txBox="1"/>
          <p:nvPr/>
        </p:nvSpPr>
        <p:spPr>
          <a:xfrm>
            <a:off x="630936" y="2660904"/>
            <a:ext cx="4818888" cy="3547872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Analiza linkov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Jasna opozorila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Učenje uporabnikov</a:t>
            </a:r>
          </a:p>
        </p:txBody>
      </p:sp>
      <p:pic>
        <p:nvPicPr>
          <p:cNvPr id="8" name="Označba mesta vsebine 7">
            <a:extLst>
              <a:ext uri="{FF2B5EF4-FFF2-40B4-BE49-F238E27FC236}">
                <a16:creationId xmlns:a16="http://schemas.microsoft.com/office/drawing/2014/main" id="{EC990AB6-73A0-6341-7ECD-2D8FFAE82C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2921" y="1063625"/>
            <a:ext cx="226036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581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F5F02F9A-C11E-4BCD-65D0-0DB59FEAA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sl-SI" sz="5400"/>
              <a:t>Aplikacija</a:t>
            </a:r>
          </a:p>
        </p:txBody>
      </p:sp>
      <p:sp>
        <p:nvSpPr>
          <p:cNvPr id="33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3C2E3F4E-FB16-008F-5082-7853CE87F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Calibri" panose="020B0604020202020204" pitchFamily="34" charset="0"/>
              <a:buChar char="-"/>
            </a:pPr>
            <a:r>
              <a:rPr lang="sl-SI" sz="2200"/>
              <a:t>Dashboard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sl-SI" sz="2200"/>
              <a:t>Scenerianje linkov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sl-SI" sz="2200"/>
              <a:t>Učenje </a:t>
            </a:r>
          </a:p>
        </p:txBody>
      </p:sp>
      <p:pic>
        <p:nvPicPr>
          <p:cNvPr id="8" name="Slika 7">
            <a:extLst>
              <a:ext uri="{FF2B5EF4-FFF2-40B4-BE49-F238E27FC236}">
                <a16:creationId xmlns:a16="http://schemas.microsoft.com/office/drawing/2014/main" id="{D168C46C-6335-1BAB-35E4-5FB9314B9A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143" y="384048"/>
            <a:ext cx="3006984" cy="5754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849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3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9F7FFA66-0471-D0F5-280C-6998646E0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0040"/>
            <a:ext cx="6692827" cy="38926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Preverjanje linkov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DB86092F-EB0B-FA4A-84BB-0168A5BB1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4631161"/>
            <a:ext cx="6692827" cy="1569486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Uporabnik</a:t>
            </a: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vnese</a:t>
            </a: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link in </a:t>
            </a:r>
            <a:r>
              <a:rPr lang="en-US" sz="24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dobi</a:t>
            </a: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rezultat</a:t>
            </a:r>
          </a:p>
        </p:txBody>
      </p:sp>
      <p:sp>
        <p:nvSpPr>
          <p:cNvPr id="25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FD58B3A2-6B8F-C563-CE8B-9164C8D1B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823" y="801232"/>
            <a:ext cx="2417749" cy="4614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805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19B3A622-14A1-AC0B-D3AD-1585E223B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0040"/>
            <a:ext cx="6692827" cy="38926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Izobraževanje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82432498-D13E-7065-9EF6-CC5A98472A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4631161"/>
            <a:ext cx="6692827" cy="1569486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Uporabnik dobi dnevne nasvete za varnost</a:t>
            </a:r>
          </a:p>
        </p:txBody>
      </p:sp>
      <p:sp>
        <p:nvSpPr>
          <p:cNvPr id="56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F9EAB3C1-26C3-E76B-9A78-D8FF858AD7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41" y="514720"/>
            <a:ext cx="2558442" cy="4901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902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5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76BCF43C-7B43-E598-F4E2-09CCD3CAC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latin typeface="+mj-lt"/>
                <a:ea typeface="+mj-ea"/>
                <a:cs typeface="+mj-cs"/>
              </a:rPr>
              <a:t>Trg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E14DD7EE-ACAD-BB2F-A698-A2BECAE75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200" kern="1200">
                <a:latin typeface="+mn-lt"/>
                <a:ea typeface="+mn-ea"/>
                <a:cs typeface="+mn-cs"/>
              </a:rPr>
              <a:t>Spletni trg za varnost vedno več raste</a:t>
            </a:r>
          </a:p>
        </p:txBody>
      </p:sp>
      <p:pic>
        <p:nvPicPr>
          <p:cNvPr id="4" name="Slika 3" descr="Cyber security market set to reach $500 billion by 2030 – G6S Security">
            <a:extLst>
              <a:ext uri="{FF2B5EF4-FFF2-40B4-BE49-F238E27FC236}">
                <a16:creationId xmlns:a16="http://schemas.microsoft.com/office/drawing/2014/main" id="{4D9FCF77-DCEE-ADA3-F80E-C3507F121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7886" y="2014770"/>
            <a:ext cx="5434953" cy="2828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5022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FD72861B-0D13-2CBD-A620-19D31B8DD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sl-SI" sz="5400"/>
              <a:t>Poslovni model</a:t>
            </a:r>
          </a:p>
        </p:txBody>
      </p:sp>
      <p:sp>
        <p:nvSpPr>
          <p:cNvPr id="7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0F2E731E-7CAD-725B-2E9E-13887A49C6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l-SI" sz="2200"/>
              <a:t>Premium Naročnina</a:t>
            </a:r>
          </a:p>
          <a:p>
            <a:r>
              <a:rPr lang="sl-SI" sz="2200"/>
              <a:t>Družinski plan</a:t>
            </a:r>
          </a:p>
          <a:p>
            <a:r>
              <a:rPr lang="sl-SI" sz="2200"/>
              <a:t>Oglasi</a:t>
            </a:r>
          </a:p>
          <a:p>
            <a:endParaRPr lang="sl-SI" sz="2200"/>
          </a:p>
        </p:txBody>
      </p:sp>
      <p:pic>
        <p:nvPicPr>
          <p:cNvPr id="4" name="Slika 3" descr="Slika, ki vsebuje besede besedilo, posnetek zaslona, logotip, pisava&#10;&#10;Vsebina, ustvarjena z UI, morda ni pravilna.">
            <a:extLst>
              <a:ext uri="{FF2B5EF4-FFF2-40B4-BE49-F238E27FC236}">
                <a16:creationId xmlns:a16="http://schemas.microsoft.com/office/drawing/2014/main" id="{46B3F87B-8898-E071-9D79-EDA2CC52F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8" y="1996021"/>
            <a:ext cx="5458968" cy="2865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504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7A14CBD4-C602-B085-8DD5-4F1C773D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sl-SI" sz="5400"/>
              <a:t>Hvala za vašo pozornost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Označba mesta vsebine 3">
            <a:extLst>
              <a:ext uri="{FF2B5EF4-FFF2-40B4-BE49-F238E27FC236}">
                <a16:creationId xmlns:a16="http://schemas.microsoft.com/office/drawing/2014/main" id="{C32FD996-CEBD-E2A7-45FA-2EB98CF5EC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00365" y="1546901"/>
            <a:ext cx="6096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890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ova 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isarna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isar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60</Words>
  <Application>Microsoft Office PowerPoint</Application>
  <PresentationFormat>Širokozaslonsko</PresentationFormat>
  <Paragraphs>25</Paragraphs>
  <Slides>9</Slides>
  <Notes>0</Notes>
  <HiddenSlides>0</HiddenSlides>
  <MMClips>0</MMClips>
  <ScaleCrop>false</ScaleCrop>
  <HeadingPairs>
    <vt:vector size="6" baseType="variant">
      <vt:variant>
        <vt:lpstr>Uporabljene pisave</vt:lpstr>
      </vt:variant>
      <vt:variant>
        <vt:i4>4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Officeova tema</vt:lpstr>
      <vt:lpstr>Shieldy</vt:lpstr>
      <vt:lpstr>Problem</vt:lpstr>
      <vt:lpstr>Rešitev</vt:lpstr>
      <vt:lpstr>Aplikacija</vt:lpstr>
      <vt:lpstr>Preverjanje linkov</vt:lpstr>
      <vt:lpstr>Izobraževanje</vt:lpstr>
      <vt:lpstr>Trg</vt:lpstr>
      <vt:lpstr>Poslovni model</vt:lpstr>
      <vt:lpstr>Hvala za vašo pozornost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miha spegel</cp:lastModifiedBy>
  <cp:revision>133</cp:revision>
  <dcterms:created xsi:type="dcterms:W3CDTF">2026-03-31T09:24:47Z</dcterms:created>
  <dcterms:modified xsi:type="dcterms:W3CDTF">2026-06-28T18:34:43Z</dcterms:modified>
</cp:coreProperties>
</file>